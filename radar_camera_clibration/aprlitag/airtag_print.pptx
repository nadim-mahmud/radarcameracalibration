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95"/>
  </p:normalViewPr>
  <p:slideViewPr>
    <p:cSldViewPr snapToGrid="0">
      <p:cViewPr varScale="1">
        <p:scale>
          <a:sx n="78" d="100"/>
          <a:sy n="78" d="100"/>
        </p:scale>
        <p:origin x="30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6D4-B0A3-5046-B597-306108B2ED9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791-B260-F64B-9206-AAAB7EC6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7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6D4-B0A3-5046-B597-306108B2ED9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791-B260-F64B-9206-AAAB7EC6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362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6D4-B0A3-5046-B597-306108B2ED9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791-B260-F64B-9206-AAAB7EC6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989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6D4-B0A3-5046-B597-306108B2ED9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791-B260-F64B-9206-AAAB7EC6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6D4-B0A3-5046-B597-306108B2ED9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791-B260-F64B-9206-AAAB7EC6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199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6D4-B0A3-5046-B597-306108B2ED9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791-B260-F64B-9206-AAAB7EC6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74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6D4-B0A3-5046-B597-306108B2ED9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791-B260-F64B-9206-AAAB7EC6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93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6D4-B0A3-5046-B597-306108B2ED9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791-B260-F64B-9206-AAAB7EC6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79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6D4-B0A3-5046-B597-306108B2ED9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791-B260-F64B-9206-AAAB7EC6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5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6D4-B0A3-5046-B597-306108B2ED9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791-B260-F64B-9206-AAAB7EC6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5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A66D4-B0A3-5046-B597-306108B2ED9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B8791-B260-F64B-9206-AAAB7EC6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801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A66D4-B0A3-5046-B597-306108B2ED9F}" type="datetimeFigureOut">
              <a:rPr lang="en-US" smtClean="0"/>
              <a:t>11/5/25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B8791-B260-F64B-9206-AAAB7EC6C1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03A3682-CDB4-593C-0F1B-ED269B147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2425" y="1876425"/>
            <a:ext cx="6153150" cy="61531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E08255-4945-32B2-0A62-E7D03A465FE8}"/>
              </a:ext>
            </a:extLst>
          </p:cNvPr>
          <p:cNvSpPr txBox="1"/>
          <p:nvPr/>
        </p:nvSpPr>
        <p:spPr>
          <a:xfrm>
            <a:off x="2514600" y="244929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tag41_12_00002</a:t>
            </a:r>
          </a:p>
        </p:txBody>
      </p:sp>
    </p:spTree>
    <p:extLst>
      <p:ext uri="{BB962C8B-B14F-4D97-AF65-F5344CB8AC3E}">
        <p14:creationId xmlns:p14="http://schemas.microsoft.com/office/powerpoint/2010/main" val="36350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234B1-22C7-C374-9330-0E454995A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EDF2EE5-1AC9-D011-5BD8-2A46C76D65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981200"/>
            <a:ext cx="5943600" cy="5943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07C091-7CC3-B6AB-17A9-FE81AC3652E1}"/>
              </a:ext>
            </a:extLst>
          </p:cNvPr>
          <p:cNvSpPr txBox="1"/>
          <p:nvPr/>
        </p:nvSpPr>
        <p:spPr>
          <a:xfrm>
            <a:off x="2490107" y="244929"/>
            <a:ext cx="1877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tag41_12_00003</a:t>
            </a:r>
          </a:p>
        </p:txBody>
      </p:sp>
    </p:spTree>
    <p:extLst>
      <p:ext uri="{BB962C8B-B14F-4D97-AF65-F5344CB8AC3E}">
        <p14:creationId xmlns:p14="http://schemas.microsoft.com/office/powerpoint/2010/main" val="517434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E5388-8CC1-2A3C-CB6B-2B57F1A57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7723721-BE83-FDA5-922F-6A9708063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3393" y="2007393"/>
            <a:ext cx="5891213" cy="58912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791886-053B-A746-0BE2-68370EB998B2}"/>
              </a:ext>
            </a:extLst>
          </p:cNvPr>
          <p:cNvSpPr txBox="1"/>
          <p:nvPr/>
        </p:nvSpPr>
        <p:spPr>
          <a:xfrm>
            <a:off x="2498270" y="261257"/>
            <a:ext cx="1861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tag41_12_00005</a:t>
            </a:r>
          </a:p>
        </p:txBody>
      </p:sp>
    </p:spTree>
    <p:extLst>
      <p:ext uri="{BB962C8B-B14F-4D97-AF65-F5344CB8AC3E}">
        <p14:creationId xmlns:p14="http://schemas.microsoft.com/office/powerpoint/2010/main" val="1265132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3</Words>
  <Application>Microsoft Macintosh PowerPoint</Application>
  <PresentationFormat>A4 Paper (210x297 mm)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Nadim Mahmud</dc:creator>
  <cp:lastModifiedBy>Nadim Mahmud</cp:lastModifiedBy>
  <cp:revision>6</cp:revision>
  <dcterms:created xsi:type="dcterms:W3CDTF">2025-11-05T18:07:23Z</dcterms:created>
  <dcterms:modified xsi:type="dcterms:W3CDTF">2025-11-05T18:17:54Z</dcterms:modified>
</cp:coreProperties>
</file>